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291840"/>
                <a:gridCol w="3017520"/>
              </a:tblGrid>
              <a:tr h="5257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  <a:p>
                      <a:r>
                        <a:t>(Vicanek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this project's</a:t>
                      </a:r>
                    </a:p>
                    <a:p>
                      <a:r>
                        <a:t>CRUMB-dataset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  <a:p>
                      <a:r>
                        <a:t>gradient at low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828800"/>
                <a:gridCol w="219456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 (mean ± std, n=5: seeds 42-46)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87.3 ± 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0.048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0.0036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  (mean ± std, n=4: seeds 42-45)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73.4 ± 1.4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0.021 ± 0.003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0.0077 ± 0.0021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 (mean ± std, n=5: seeds 42-46)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74.4 ± 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0.024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0.0078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46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EDM and CGD have all 5 seeds; DDPM has 4 (seed 46 hit its time limit at epoch 260). Std is the sample std across seeds.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CRUMB VQ-VAE reconstruction fidelity  (VQ-VAE trained only on real CRUMB)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5196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1887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Over 5 seeds CGD is level with DDPM (seed 42's FID 66.8 was its best seed; others 72.9-80.5). Both beat EDM on FID/KID; EDM keeps the best pixel-PDF W. DDPM best on VQ-VAE reconstruction fidelity.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Classifier accuracy on generated samples</a:t>
            </a:r>
          </a:p>
          <a:p>
            <a:r>
              <a:rPr sz="1300">
                <a:solidFill>
                  <a:srgbClr val="555555"/>
                </a:solidFill>
              </a:rPr>
              <a:t>Does the model generate the class it was asked for?  128 samples per class per seed, scored by a held-out classifier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822960"/>
                <a:gridCol w="1920240"/>
                <a:gridCol w="1737360"/>
                <a:gridCol w="173736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Class accuracy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FR-I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FR-II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Mean confidence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Real CRUMB test images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78.1 %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84.6 %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80.7 ± 1.8 %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71.6 ± 6.5 %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89.8 ± 3.5 %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0.743 ± 0.014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diffusion (DDPM+CFG)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96.5 ± 1.5 %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93.0 ± 2.9 %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100.0 ± 0.0 %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0.910 ± 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97.1 ± 2.4 %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95.3 ± 2.9 %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98.9 ± 2.0 %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0.891 ± 0.049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- A model matching real data would score like the reference row, not 100%. DDPM/CGD overshoot on both classes: their samples are more clear-cut than real galaxies.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- EDM is close to real overall, but every model reverses the real per-class pattern (real FR-I 85% &gt; FR-II 73%) at every guidance scale - EDM most strongly (FR-I 72%, FR-II 90%).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- DDPM and CGD are indistinguishable; CGD seed 46 is the outlier under both scoring classifiers, so it is a model effect.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- Confound: EDM samples at CFG 3.0, DDPM/CGD at 7.5 - stronger guidance exaggerates class features.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Scored by eval_fits_bs8_seed42 (SimpleCNN, crumb_fits domain, never used to guide CGD; real-test reference from its confusion matrix, n=178). Mean ± sample std across seeds. DDPM seed 46 incomplete.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Matched guidance: accuracy and FID vs CFG scale</a:t>
            </a:r>
          </a:p>
          <a:p>
            <a:r>
              <a:rPr sz="1300">
                <a:solidFill>
                  <a:srgbClr val="555555"/>
                </a:solidFill>
              </a:rPr>
              <a:t>Same checkpoints re-sampled at CFG 1.0 / 3.0 / 7.5 - separates architecture from guidance strength</a:t>
            </a:r>
          </a:p>
        </p:txBody>
      </p:sp>
      <p:pic>
        <p:nvPicPr>
          <p:cNvPr id="3" name="Picture 2" descr="guidanc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34440"/>
            <a:ext cx="10058400" cy="3855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749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</a:rPr>
              <a:t>- At every matched scale DDPM beats EDM on FID (50.9 vs 65.5, 50.4 vs 68.4, 61.0 vs 94.1) and on class accuracy up to 3.0 - the lead is architectural, not guidance.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</a:rPr>
              <a:t>- CFG 7.5 costs every model FID; 3.0 is the better operating point (best FID, accuracy nearest real). CGD's classifier gradient adds nothing over DDPM at any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FID from 256 generated images per seed vs the 357-image crumb_fits val split - not comparable in absolute terms to the training-time FID 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785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1645920"/>
              </a:tblGrid>
              <a:tr h="237744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DDPM has the highest NCC this round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(latest, 400 ep) - epoch 320</a:t>
            </a:r>
          </a:p>
        </p:txBody>
      </p:sp>
      <p:pic>
        <p:nvPicPr>
          <p:cNvPr id="6" name="Picture 5" descr="comparison_epoch_3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(latest, 400 ep) - epoch 390</a:t>
            </a:r>
          </a:p>
        </p:txBody>
      </p:sp>
      <p:pic>
        <p:nvPicPr>
          <p:cNvPr id="8" name="Picture 7" descr="comparison_epoch_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(latest, 400 ep) - epoch 390</a:t>
            </a:r>
          </a:p>
        </p:txBody>
      </p:sp>
      <p:pic>
        <p:nvPicPr>
          <p:cNvPr id="10" name="Picture 9" descr="comparison_epoch_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