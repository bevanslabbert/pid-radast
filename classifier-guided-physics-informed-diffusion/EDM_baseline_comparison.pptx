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828800"/>
                <a:gridCol w="21945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(mean ± std, n=4: seeds 42-45)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0.0077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74.4 ± 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0.024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0.0078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and CGD have all 5 seeds; DDPM has 4 (seed 46 hit its time limit at epoch 260). Std is the sample std across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Over 5 seeds CGD is level with DDPM (seed 42's FID 66.8 was its best seed; others 72.9-80.5). Both beat EDM on FID/KID; EDM keeps the best pixel-PDF W. DDPM best on VQ-VAE reconstruction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