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828800"/>
                <a:gridCol w="23774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(latest, seed 43)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91.7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253 / 300</a:t>
                      </a:r>
                    </a:p>
                    <a:p>
                      <a:r>
                        <a:t>(walltime-cut)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(earlier, seeds 42 / 44)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106.9 / 98.7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0.081 / 0.063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0.0165 / 0.019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99.7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77.5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977639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seed 43, ep 250)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0.846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CGD best on every distributional metric; all models' outputs reconstruct at least as well as real CRUMB (highest NCC = CGD).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545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Per-run generative-metric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555"/>
                </a:solidFill>
              </a:rPr>
              <a:t>EDM baseline (latest, 300-epoch config, seed 43): no per-run summary plot available -- the job was cancelled by the cluster walltime limit at epoch 253/300 before the end-of-training plot was written. See the combined FID/KID/pixel-PDF graph on the previous slide for its per-epoch curve instead.</a:t>
            </a:r>
          </a:p>
        </p:txBody>
      </p:sp>
      <p:pic>
        <p:nvPicPr>
          <p:cNvPr id="4" name="Picture 3" descr="generativ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394960" cy="2247900"/>
          </a:xfrm>
          <a:prstGeom prst="rect">
            <a:avLst/>
          </a:prstGeom>
        </p:spPr>
      </p:pic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886200"/>
            <a:ext cx="4023360" cy="2514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Right column: DDPM diffusion.   Top: FID / KID.   Bottom: pixel-PDF Wasserstein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0.846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CGD has the highest NCC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seed 43) - epoch 250</a:t>
            </a:r>
          </a:p>
        </p:txBody>
      </p:sp>
      <p:pic>
        <p:nvPicPr>
          <p:cNvPr id="6" name="Picture 5" descr="comparison_epoch_2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- epoch 190</a:t>
            </a:r>
          </a:p>
        </p:txBody>
      </p:sp>
      <p:pic>
        <p:nvPicPr>
          <p:cNvPr id="8" name="Picture 7" descr="comparison_epoch_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- epoch 250</a:t>
            </a:r>
          </a:p>
        </p:txBody>
      </p:sp>
      <p:pic>
        <p:nvPicPr>
          <p:cNvPr id="10" name="Picture 9" descr="comparison_epoch_2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