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2A44"/>
                </a:solidFill>
              </a:rPr>
              <a:t>EDM Baseline  vs  CRUMB DDPM  vs  Classifier-Guided Diffusion</a:t>
            </a:r>
          </a:p>
          <a:p>
            <a:r>
              <a:rPr sz="1500">
                <a:solidFill>
                  <a:srgbClr val="555555"/>
                </a:solidFill>
              </a:rPr>
              <a:t>Class-conditional FR-I / FR-II radio-galaxy generation  ·  CRUMB FITS, 150x150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Key differences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00400"/>
                <a:gridCol w="3291840"/>
                <a:gridCol w="3017520"/>
              </a:tblGrid>
              <a:tr h="52578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EDM baseline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diffusion (DDPM)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CGD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literature reference</a:t>
                      </a:r>
                    </a:p>
                    <a:p>
                      <a:r>
                        <a:t>(Vicanek Martinez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this project's</a:t>
                      </a:r>
                    </a:p>
                    <a:p>
                      <a:r>
                        <a:t>CRUMB-dataset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DDPM + external steer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U-Net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UNet2DModel, ~29.8M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UNet2DConditionModel, ~95.9M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same as DDPM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Conditioning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additive class 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cross-attention (dim 256)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cross-attention (dim 256)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Noise process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continuous sigma (Karras)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1000-step discrete, linear beta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1000-step discrete, linear beta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Target /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clean image / sigma-weighted L2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noise (epsilon) / plain 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noise (epsilon) / plain 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Sampler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Heun ODE, 25 steps, EMA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ancestral DDPM, 50 steps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ancestral DDPM, 50 steps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Guidance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(3.0)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(7.5)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(7.5) + frozen-classifier</a:t>
                      </a:r>
                    </a:p>
                    <a:p>
                      <a:r>
                        <a:t>gradient at low noise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Shared: task, CRUMB FITS pipeline, symmetric-log-SNR normalisation, CFG-style class conditioning, FID/KID/PDF evaluation.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/>
              <a:t>Distributional metrics (best over training)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05156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828800"/>
                <a:gridCol w="2377440"/>
                <a:gridCol w="1371600"/>
              </a:tblGrid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KID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pixel-PDF W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Epochs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 baseline (latest)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82.1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400</a:t>
                      </a:r>
                    </a:p>
                    <a:p>
                      <a:r>
                        <a:t>(complete)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 baseline (earlier, seeds 42 / 44)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106.9 / 98.7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0.081 / 0.063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0.0165 / 0.019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200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diffusion (DDPM+CFG)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73.5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400</a:t>
                      </a:r>
                    </a:p>
                    <a:p>
                      <a:r>
                        <a:t>(complete)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CGD (latest, seed 42)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67.2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0.016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0.0069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300</a:t>
                      </a:r>
                    </a:p>
                    <a:p>
                      <a:r>
                        <a:t>(complete)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CGD (earlier, seed 42)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77.5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7947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/>
              <a:t>CRUMB VQ-VAE reconstruction fidelity  (VQ-VAE trained only on real CRUMB)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411480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18872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Passed through the CRUMB VQ-VAE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Recon MSE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Recon NCC ↑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Real held-out CRUMB 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EDM-generated (latest, final)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0.00271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DDPM-generated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CGD-generated (latest, ep 290)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0.725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CGD still best on distributional metrics (FID/KID/PDF), though DDPM's now-complete 400-epoch run closed most of the gap; DDPM best on VQ-VAE reconstruction fidelity this round.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Metrics vs epoch</a:t>
            </a:r>
          </a:p>
        </p:txBody>
      </p:sp>
      <p:pic>
        <p:nvPicPr>
          <p:cNvPr id="3" name="Picture 2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11521440" cy="35450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Per-run generative-metric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280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EDM baseline (400 ep, complete)</a:t>
            </a:r>
          </a:p>
        </p:txBody>
      </p:sp>
      <p:pic>
        <p:nvPicPr>
          <p:cNvPr id="4" name="Picture 3" descr="generative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3657600" cy="1524000"/>
          </a:xfrm>
          <a:prstGeom prst="rect">
            <a:avLst/>
          </a:prstGeom>
        </p:spPr>
      </p:pic>
      <p:pic>
        <p:nvPicPr>
          <p:cNvPr id="5" name="Picture 4" descr="pixel_pdf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160520"/>
            <a:ext cx="36576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43400" y="1280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DDPM diffusion (400 ep, complete)</a:t>
            </a:r>
          </a:p>
        </p:txBody>
      </p:sp>
      <p:pic>
        <p:nvPicPr>
          <p:cNvPr id="7" name="Picture 6" descr="generative_metri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1600200"/>
            <a:ext cx="3657600" cy="1524000"/>
          </a:xfrm>
          <a:prstGeom prst="rect">
            <a:avLst/>
          </a:prstGeom>
        </p:spPr>
      </p:pic>
      <p:pic>
        <p:nvPicPr>
          <p:cNvPr id="8" name="Picture 7" descr="pixel_pdf_his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400" y="4160520"/>
            <a:ext cx="3657600" cy="228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21040" y="1280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CGD (300 ep, complete)</a:t>
            </a:r>
          </a:p>
        </p:txBody>
      </p:sp>
      <p:pic>
        <p:nvPicPr>
          <p:cNvPr id="10" name="Picture 9" descr="generative_metri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1600200"/>
            <a:ext cx="3657600" cy="1524000"/>
          </a:xfrm>
          <a:prstGeom prst="rect">
            <a:avLst/>
          </a:prstGeom>
        </p:spPr>
      </p:pic>
      <p:pic>
        <p:nvPicPr>
          <p:cNvPr id="11" name="Picture 10" descr="pixel_pdf_histor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1040" y="4160520"/>
            <a:ext cx="3657600" cy="228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Top row: FID / KID vs epoch.   Bottom row: pixel-PDF Wasserstein history. EDM and DDPM both now trained to the full 400-epoch budget; CGD's own 400-epoch resume crashed on a missing checkpoint, so its curves still stop at 300.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CRUMB VQ-VAE reconstruction</a:t>
            </a:r>
          </a:p>
          <a:p>
            <a:r>
              <a:rPr sz="1300">
                <a:solidFill>
                  <a:srgbClr val="555555"/>
                </a:solidFill>
              </a:rPr>
              <a:t>Generated images passed through a VQ-VAE trained only on real CRUMB - does their structure lie on the CRUMB manifold?</a:t>
            </a:r>
          </a:p>
        </p:txBody>
      </p:sp>
      <p:pic>
        <p:nvPicPr>
          <p:cNvPr id="3" name="Picture 2" descr="rec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873238" cy="3749039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5486400"/>
          <a:ext cx="64008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645920"/>
                <a:gridCol w="1645920"/>
              </a:tblGrid>
              <a:tr h="237744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MSE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NCC ↑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Real CRUMB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EDM-generated (latest, final)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0.00271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DDPM-generated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CGD-generated (latest, ep 290)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0.00300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0.725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0" y="1828800"/>
            <a:ext cx="4480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One example pair per model (col 1 input, col 2 reconstruction).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All models reconstruct at least as well as real held-out CRUMB.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DDPM has the highest NCC this round - most CRUMB-like morphology.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MSE flatters all models: generated fields are smoother than real CRUMB.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Per-model example galleries on the following slides.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Real CRUMB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cru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EDM-generated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e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DDPM-generated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dd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CGD-generated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cg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Samples  (left cols FR-I  ·  right cols FR-II)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Real CRUMB  (ground truth)</a:t>
            </a:r>
          </a:p>
        </p:txBody>
      </p:sp>
      <p:pic>
        <p:nvPicPr>
          <p:cNvPr id="4" name="Picture 3" descr="crumb_groundtruth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846320" cy="27679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1430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EDM baseline (latest, 400 ep) - epoch 320</a:t>
            </a:r>
          </a:p>
        </p:txBody>
      </p:sp>
      <p:pic>
        <p:nvPicPr>
          <p:cNvPr id="6" name="Picture 5" descr="comparison_epoch_3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17320"/>
            <a:ext cx="4846320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20624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DDPM (latest, 400 ep) - epoch 390</a:t>
            </a:r>
          </a:p>
        </p:txBody>
      </p:sp>
      <p:pic>
        <p:nvPicPr>
          <p:cNvPr id="8" name="Picture 7" descr="comparison_epoch_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480559"/>
            <a:ext cx="4846320" cy="2423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420624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CGD (latest, 300 ep) - epoch 290</a:t>
            </a:r>
          </a:p>
        </p:txBody>
      </p:sp>
      <p:pic>
        <p:nvPicPr>
          <p:cNvPr id="10" name="Picture 9" descr="comparison_epoch_2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480559"/>
            <a:ext cx="4846320" cy="2423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